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Nunito"/>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Nunito-regular.fntdata"/><Relationship Id="rId10" Type="http://schemas.openxmlformats.org/officeDocument/2006/relationships/slide" Target="slides/slide5.xml"/><Relationship Id="rId13" Type="http://schemas.openxmlformats.org/officeDocument/2006/relationships/font" Target="fonts/Nunito-italic.fntdata"/><Relationship Id="rId12" Type="http://schemas.openxmlformats.org/officeDocument/2006/relationships/font" Target="fonts/Nuni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d2eed183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d2eed183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d2eed183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d2eed183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d2eed183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d2eed183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d2eed183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d2eed183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tr"/>
              <a:t>Unsupervised Hierarchical Learning</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tr"/>
              <a:t>Burak Muammer Yıldız , Hamza Emin Hacıoğlu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Our Purpose</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tr"/>
              <a:t>Our goal is to enable agents to autonomously discover diverse , distinguishable </a:t>
            </a:r>
            <a:r>
              <a:rPr lang="tr"/>
              <a:t>skills</a:t>
            </a:r>
            <a:r>
              <a:rPr lang="tr"/>
              <a:t> without any external reward signal. By maximizing mutual information between skills and states , the agent learns behaviors that are both varied and </a:t>
            </a:r>
            <a:r>
              <a:rPr lang="tr"/>
              <a:t>predictable</a:t>
            </a:r>
            <a:r>
              <a:rPr lang="tr"/>
              <a:t> - forming a basis for hierarchical decision making where high-level controllers can select from a repertoire of </a:t>
            </a:r>
            <a:r>
              <a:rPr lang="tr"/>
              <a:t>pre learned</a:t>
            </a:r>
            <a:r>
              <a:rPr lang="tr"/>
              <a:t> skills.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Our Reference Paper (Dıversıty ıs all you need)</a:t>
            </a:r>
            <a:endParaRPr/>
          </a:p>
        </p:txBody>
      </p:sp>
      <p:sp>
        <p:nvSpPr>
          <p:cNvPr id="141" name="Google Shape;141;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tr"/>
              <a:t>Diversity is All You Need (DIAYN) is an unsupervised reinforcement learning method that discovers diverse skills without any external reward signal. The agent learns by maximizing mutual information between skills and states—meaning each skill should produce distinguishable behaviors that a discriminator can identify. A pseudo-reward is computed as how "surprised" the discriminator is to correctly identify the skill from the resulting state. This creates a foundation for hierarchical learning, where pre-learned skills can later be composed for complex downstream tasks. </a:t>
            </a:r>
            <a:r>
              <a:rPr b="1" lang="tr"/>
              <a:t>Tablo ve resim eklenecek.</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359375" y="1861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How Does Our Skıll Dıscoverıng Algorıthm Works ?</a:t>
            </a:r>
            <a:endParaRPr/>
          </a:p>
        </p:txBody>
      </p:sp>
      <p:pic>
        <p:nvPicPr>
          <p:cNvPr id="147" name="Google Shape;147;p16"/>
          <p:cNvPicPr preferRelativeResize="0"/>
          <p:nvPr/>
        </p:nvPicPr>
        <p:blipFill>
          <a:blip r:embed="rId3">
            <a:alphaModFix/>
          </a:blip>
          <a:stretch>
            <a:fillRect/>
          </a:stretch>
        </p:blipFill>
        <p:spPr>
          <a:xfrm>
            <a:off x="237700" y="726225"/>
            <a:ext cx="8450575" cy="41998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Our Learned Skills</a:t>
            </a:r>
            <a:endParaRPr/>
          </a:p>
        </p:txBody>
      </p:sp>
      <p:sp>
        <p:nvSpPr>
          <p:cNvPr id="153" name="Google Shape;153;p1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tr"/>
              <a:t> I will put our </a:t>
            </a:r>
            <a:r>
              <a:rPr lang="tr"/>
              <a:t>skills as video.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